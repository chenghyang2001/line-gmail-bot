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8288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6060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官方帳號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97280" y="3566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C7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註冊流程完整教學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1097280" y="4526280"/>
            <a:ext cx="1371600" cy="4572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從零開始 · 一步步建立您的官方帳號 · 開啟顧客經營之旅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0" y="5760720"/>
            <a:ext cx="3017520" cy="640080"/>
          </a:xfrm>
          <a:prstGeom prst="rect">
            <a:avLst/>
          </a:prstGeom>
          <a:solidFill>
            <a:srgbClr val="2C3E5D"/>
          </a:solidFill>
          <a:ln w="12700">
            <a:solidFill>
              <a:srgbClr val="3D54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5760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Clean Room 測試網
</a:t>
            </a:r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/ 05 / 21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1A2B49"/>
          </a:solidFill>
          <a:ln w="12700">
            <a:solidFill>
              <a:srgbClr val="1A2B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12161520" cy="73152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註冊流程總覽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Registration Process Overview　·　共 6 大階段 20 個步驟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109728" cy="150876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C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737360" y="1874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前往官網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進入 LINE 官方帳號官網，點選免費開設帳號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69164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691640"/>
            <a:ext cx="109728" cy="1508760"/>
          </a:xfrm>
          <a:prstGeom prst="rect">
            <a:avLst/>
          </a:prstGeom>
          <a:solidFill>
            <a:srgbClr val="00B900"/>
          </a:solidFill>
          <a:ln w="12700">
            <a:solidFill>
              <a:srgbClr val="00B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532120" y="1874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 Business ID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2423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選擇註冊方式並填寫基本資料 (Email、姓名、密碼)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691640"/>
            <a:ext cx="109728" cy="1508760"/>
          </a:xfrm>
          <a:prstGeom prst="rect">
            <a:avLst/>
          </a:prstGeom>
          <a:solidFill>
            <a:srgbClr val="0CB44E"/>
          </a:solidFill>
          <a:ln w="12700">
            <a:solidFill>
              <a:srgbClr val="0CB4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B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326880" y="1874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身分驗證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2423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圖形驗證 (reCAPTCHA) 及簡訊認證手機號碼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29000"/>
            <a:ext cx="109728" cy="150876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566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737360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 LINE 官方帳號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" y="41605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填寫帳號名稱、業種、公司資訊並完成建立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51960" y="342900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51960" y="3429000"/>
            <a:ext cx="109728" cy="1508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566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532120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安全與條款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26280" y="41605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同意資訊使用、條款更新並啟用雙重認證 (2FA)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42900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46720" y="3429000"/>
            <a:ext cx="109728" cy="1508760"/>
          </a:xfrm>
          <a:prstGeom prst="rect">
            <a:avLst/>
          </a:prstGeom>
          <a:solidFill>
            <a:srgbClr val="1A2B49"/>
          </a:solidFill>
          <a:ln w="12700">
            <a:solidFill>
              <a:srgbClr val="1A2B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3566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9326880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進入管理後台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321040" y="41605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完成初始設定，開始經營您的官方帳號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669280"/>
            <a:ext cx="11247120" cy="594360"/>
          </a:xfrm>
          <a:prstGeom prst="rect">
            <a:avLst/>
          </a:prstGeom>
          <a:solidFill>
            <a:srgbClr val="E8F8EE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6692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9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⏱  預估完成時間：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 ~ 15 分鐘　　</a:t>
            </a:r>
            <a:pPr indent="0" marL="0">
              <a:buNone/>
            </a:pPr>
            <a:r>
              <a:rPr lang="en-US" sz="1400" b="1" dirty="0">
                <a:solidFill>
                  <a:srgbClr val="00B9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📋  需要準備：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電子郵件信箱、手機號碼、公司基本資料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 / 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進入 LINE 官方帳號官網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01 ─ 前往官方網站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362746"/>
            <a:ext cx="5486400" cy="300118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前往官網首頁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開啟瀏覽器，連線至 LINE 官方帳號台灣官網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於頁面右上方可看到「免費開設帳號」按鈕（綠色）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另有「登入管理頁面」、「資料下載」、「聯絡我們」等選項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建議使用 Chrome、Edge 或 Firefox 等主流瀏覽器以獲得最佳體驗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 / 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點選免費開設帳號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02 ─ 開始申請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023355"/>
            <a:ext cx="5486400" cy="367997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免費創立 LINE 官方帳號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頁面說明：免費創立 LINE 官方帳號，開始您的顧客經營策略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電腦版直接點選綠色「免費開設帳號」按鈕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若使用行動裝置，需先下載 LINE Official Account App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本教學以「電腦網頁版」流程為主，操作較完整、適合新手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 / 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進入 LINE Business ID 登入頁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03 ─ 選擇登入方式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38865" y="1600200"/>
            <a:ext cx="4380271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Business ID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新用戶：請點選下方「建立帳號」連結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已有帳號：可選擇「LINE 帳號」或「商用帳號」登入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右上方可切換語言（繁體中文 / 英文 / 日文等）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首次使用請選「建立帳號」；本教學示範新帳號建立流程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 / 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選擇註冊方式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04 ─ 註冊 Business ID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4596" y="1600200"/>
            <a:ext cx="4108808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兩種註冊方式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 LINE 帳號註冊：適合已有個人 LINE 的用戶，可快速綁定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使用電子郵件帳號註冊：適合企業專用信箱、權限管理較清楚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註冊即視為同意服務條款相關內容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若為企業使用，建議用公司 Email 註冊，方便後續權限交接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 / 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輸入電子郵件信箱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05 ─ 傳送註冊連結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5370" y="1600200"/>
            <a:ext cx="3627260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Email 註冊流程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輸入您的電子郵件帳號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系統將傳送註冊用連結至您的信箱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點選信件中的連結即可進入下一步註冊頁面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若未收到信件，請檢查垃圾信件夾，或確認 Email 是否輸入正確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 / 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填寫姓名與密碼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06 ─ 設定帳號資料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67045" y="1600200"/>
            <a:ext cx="3323909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 Business ID 帳號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確認電子郵件帳號正確無誤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輸入您的姓名（可使用中文，將顯示於管理後台）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密碼規則：10 ~ 120 字元，須包含大寫、小寫、數字、符號至少三種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再次輸入密碼確認後，點選「註冊」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請避免使用其他網站相同的密碼，提升帳號安全性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 / 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通過圖形驗證 (reCAPTCHA)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07 ─ 機器人驗證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08883" y="1600200"/>
            <a:ext cx="3240234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確認您不是機器人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依據題目指示，選取畫面中符合條件的圖片（例如：含有「汽車」）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確認所有正確圖片皆已勾選後，點選右下「驗證」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若驗證失敗，可重新整理或換新題目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若多次驗證失敗，可改用音訊驗證（點左下耳機圖示）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 / 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進入 LINE 官方帳號建立流程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08 ─ 簡訊認證提示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988820"/>
            <a:ext cx="5486400" cy="3749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三階段建立流程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頁面上方顯示三階段：登錄資訊 → 確認內容 → 申請完成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系統提示需先進行簡訊認證，以驗證您的身分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簡訊使用的電話號碼僅用於身分認證，不會公開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點選綠色「進行簡訊認證」按鈕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此為新版安全機制，每次建立新帳號皆需重新驗證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 / 23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輸入手機號碼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09 ─ 傳送認證簡訊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16717" y="1600200"/>
            <a:ext cx="4424566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電話號碼認證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選擇國家代碼（預設為 Taiwan +886）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輸入您可接收簡訊的手機號碼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點選藍色「傳送簡訊」按鈕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若未收到簡訊，可點選下方「收不到簡訊時請點此處」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建議使用常用手機，後續登入二次驗證也會用到同一號碼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 / 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輸入 6 位數認證碼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10 ─ 輸入驗證碼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04977" y="1600200"/>
            <a:ext cx="3648047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簡訊認證碼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查看手機簡訊，取得 6 位數認證碼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於輸入框填入認證碼後，點選「認證」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認證碼有時效性（畫面會顯示有效時間）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若過期或未收到，可點選「重新傳送」或「透過電話接收認證碼」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認證碼通常 1 分鐘內送達；若超過 3 分鐘仍未收到，請改用電話接收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 / 23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電話號碼認證完成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11 ─ 簡訊認證成功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3016" y="1600200"/>
            <a:ext cx="4751967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認證完成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畫面顯示：電話號碼已認證完成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系統提示將返回使用中的服務頁面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點選藍色「返回服務」按鈕，繼續完成帳號建立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認證成功後，系統會記錄此手機，後續登入安全驗證將沿用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 / 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填寫帳號資訊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12 ─ 登錄公司 / 店鋪資訊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23191"/>
            <a:ext cx="5486400" cy="44802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建立官方帳號資料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帳號名稱：顯示於好友名單及聊天畫面（限 20 字內）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電子郵件帳號：管理用聯絡信箱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公司所在國家 / 地區：本例選擇「台灣」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公司名稱（選填）：方便用戶識別品牌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業種：選擇主類別與子類別（如：品牌、商品 → 3C 產品）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帳號名稱建立後仍可修改，但建議一開始就使用正式品牌名稱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14 / 23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確認輸入內容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13 ─ 資料確認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66468"/>
            <a:ext cx="5486400" cy="43937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再次檢查資料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頁面進度顯示已到「確認輸入內容」階段（步驟 2 / 3）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仔細核對：帳號名稱、Email、國家、公司名稱、業種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確認無誤後，點選綠色「完成」按鈕建立帳號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若需修改，可點選「取消」回到上一步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建立成功後，您的帳號將自動加入 LINE 好友名單，可立即測試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 / 23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官方帳號建立完成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14 ─ 申請完成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12684" y="1600200"/>
            <a:ext cx="4432633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🎉 恭喜！帳號建立成功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頁面顯示：您的 LINE 官方帳號已建立完成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查看帳號名稱、業種與系統自動產生的基本 ID（如 @231bhbiu）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下方介紹「認證官方帳號」三大優勢：認證圖示、搜尋顯示、輔銷物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若需更多功能，可點選下方「申請認證帳號」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一般帳號即可開始使用；認證帳號需另送審且具備更多權益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 / 23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同意資訊使用條款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15 ─ 閱讀並同意條款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051100"/>
            <a:ext cx="5486400" cy="362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資訊蒐集與使用同意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詳細閱讀 LY Corporation 對於資訊蒐集、使用、第三方提供之說明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內容包含訊息傳送、IP 位址、使用記錄等資料運用範圍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可透過聯絡表單詢問同意書內容相關問題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確認無疑慮後，點選下方綠色「同意」按鈕繼續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若您為企業帳號授權人，請確認已取得授權後再行同意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17 / 23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使用條款更新啟事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16 ─ 條款說明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1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973631"/>
            <a:ext cx="5486400" cy="37794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官方帳號使用條款更新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 LINE Taiwan 將依台灣法律規定，蒐集、處理及利用客戶資料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提供新版條款連結（terms2.line.me/official_account_terms_tw）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頁面同時呈現中、英雙語版本說明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閱讀完畢後，點選綠色「了解並繼續使用」按鈕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此頁面僅於首次登入或條款更新時出現，未來不會每次顯示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18 / 23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雙重認證 (2FA) 重要通知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17 ─ 帳號安全強化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1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130930"/>
            <a:ext cx="5486400" cy="34648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為提升安全，全面啟用雙重認證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 2024 年 9 月 3 日起，所有以 Email 註冊的帳號預設啟用 2FA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若無法收到登入認證碼，將無法登入管理畫面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請務必確認註冊信箱可正常收信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點選「關閉」即可繼續操作；建議事先點連結了解詳細政策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若使用公司共用信箱，請先確認多人可收信，以免日後無法登入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19 / 23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開始經營帳號初始設定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18 ─ 加入好友建議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1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85239"/>
            <a:ext cx="5486400" cy="41562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開始經營帳號前（1 / 2）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系統建議：先將此官方帳號加為您的 LINE 帳號好友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右側 QR Code 可用 LINE 手機 APP 掃描加入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加入後可透過聊天室傳送訊息、查看基本檔案頁面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預先確認其他用戶與官方帳號互動時看到的內容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強烈建議完成此步驟，方便日後測試訊息推播與自動回覆效果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 / 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進入 LINE 官方帳號管理後台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19 ─ 管理介面總覽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1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303894"/>
            <a:ext cx="5486400" cy="31188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Official Account Manager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頂部選單：主頁、分析、聊天、商業簡介、LINE VOOM、擴充功能、開店幫手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左側功能：群發訊息、漸進式訊息、自動回應、訊息項目、推廣相關等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中央區塊：訊息建立入口、基本設定列表、好友趨勢分析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右側：最新資訊公告、新手教學引導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建議優先完成「基本設定列表」中的初始設定，再開始邀請好友加入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21 / 23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好友加入測試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Step 20 ─ 自動回應確認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0" cy="4892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0" descr="/home/claude/ppt_work/1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84566" y="1600200"/>
            <a:ext cx="2088867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用戶端體驗驗證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548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317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從用戶手機端加入官方帳號為好友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聊天室會自動發送「加入好友歡迎訊息」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預設內容為系統範例，可至管理後台「自動回應訊息」修改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確認訊息排版、表情符號顯示是否正確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5623560"/>
            <a:ext cx="493776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5623560"/>
            <a:ext cx="914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565099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小提醒 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建議客製化歡迎訊息，留下品牌專屬的第一印象 🎊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E1E8ED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官方帳號 註冊流程說明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22 / 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822960"/>
            <a:ext cx="1280160" cy="128016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65176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註冊流程完成！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65176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接下來，您可以開始經營您的 LINE 官方帳號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C7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📌 建議優先設定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3017520"/>
            <a:ext cx="3383280" cy="2194560"/>
          </a:xfrm>
          <a:prstGeom prst="rect">
            <a:avLst/>
          </a:prstGeom>
          <a:solidFill>
            <a:srgbClr val="2C3E5D"/>
          </a:solidFill>
          <a:ln w="12700">
            <a:solidFill>
              <a:srgbClr val="3D54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017520"/>
            <a:ext cx="3383280" cy="73152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291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C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371600" y="3931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完善帳號資料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434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上傳大頭貼、設定基本檔案、撰寫商業簡介，提升品牌專業感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3017520"/>
            <a:ext cx="3383280" cy="2194560"/>
          </a:xfrm>
          <a:prstGeom prst="rect">
            <a:avLst/>
          </a:prstGeom>
          <a:solidFill>
            <a:srgbClr val="2C3E5D"/>
          </a:solidFill>
          <a:ln w="12700">
            <a:solidFill>
              <a:srgbClr val="3D54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3017520"/>
            <a:ext cx="3383280" cy="73152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3291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C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983480" y="3931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設定自動回應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83480" y="4434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編輯歡迎訊息、設定常見問題的關鍵字自動回覆，提升服務效率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3017520"/>
            <a:ext cx="3383280" cy="2194560"/>
          </a:xfrm>
          <a:prstGeom prst="rect">
            <a:avLst/>
          </a:prstGeom>
          <a:solidFill>
            <a:srgbClr val="2C3E5D"/>
          </a:solidFill>
          <a:ln w="12700">
            <a:solidFill>
              <a:srgbClr val="3D54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3017520"/>
            <a:ext cx="3383280" cy="73152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3291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C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595360" y="3931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邀請好友加入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595360" y="4434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透過 QR Code、加入好友按鈕、社群分享，開始累積品牌粉絲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97280" y="5577840"/>
            <a:ext cx="10058400" cy="777240"/>
          </a:xfrm>
          <a:prstGeom prst="rect">
            <a:avLst/>
          </a:prstGeom>
          <a:solidFill>
            <a:srgbClr val="2C3E5D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55778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C7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🔗 延伸資源　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官方說明中心 </a:t>
            </a:r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tw.linebiz.com/news/　</a:t>
            </a:r>
            <a:pPr indent="0" marL="0">
              <a:buNone/>
            </a:pPr>
            <a:r>
              <a:rPr lang="en-US" sz="1300" dirty="0">
                <a:solidFill>
                  <a:srgbClr val="3D547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│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Business ID 雙重認證政策 </a:t>
            </a:r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Business-ID-2FA-Policy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Clean Room 測試網  ·  2026/05/21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 官方帳號 註冊流程說明</dc:title>
  <dc:subject>PptxGenJS Presentation</dc:subject>
  <dc:creator>Clean Room 測試網</dc:creator>
  <cp:lastModifiedBy>Clean Room 測試網</cp:lastModifiedBy>
  <cp:revision>1</cp:revision>
  <dcterms:created xsi:type="dcterms:W3CDTF">2026-05-21T01:20:13Z</dcterms:created>
  <dcterms:modified xsi:type="dcterms:W3CDTF">2026-05-21T01:20:13Z</dcterms:modified>
</cp:coreProperties>
</file>